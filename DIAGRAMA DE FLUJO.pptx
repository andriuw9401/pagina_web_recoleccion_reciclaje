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D7CF2-2DA7-2CCC-B22D-C3D7B5588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8B1F0E-D789-E1AE-6061-3B0EA3F11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6B436B-0CC1-4FC6-082F-343925C3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EC378D-621E-A67D-8ACA-F56AAAFF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0D545-C117-E152-526C-DEA008DA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1556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2F56A-2464-E238-F66C-E4F3A97E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793B4-4E2D-2B91-5EBA-28E6C2A7D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457ED4-C39B-851F-A801-F18333C2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432800-8ABB-2FED-1AA8-429E8850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F8B02D-D299-9B27-2532-0FC30A07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939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44653-B281-A56A-F962-0AFBC2DA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1502A8-FC45-1B77-2FF7-819816CE0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E1279-0F91-5988-B165-B2229B81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C02EE9-7AB7-C0A6-089D-9A33DF5CA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FB61C-5DA7-4C59-8C62-D8B50F77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319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45083-A52A-8A1C-4861-A482CB03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EA6FA2-5AEA-AD14-F27E-ED9A913FC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F738AB-73AA-C287-5952-16519C12A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81D2F9-8F84-2EA9-411C-DBE2070C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6B9F1C-7B6A-84F0-0A67-2540E705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ACCE20-11E5-700C-418F-CE567FBD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33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73F0D-A06C-1975-A036-4F5C08B5E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B00087-6DCE-DE06-15BA-E7EE68EA0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C3578E-41BE-9D20-D980-D176948F4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CDA1C8-9150-913E-ED92-634B7FFFF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1C162BB-22CD-38DE-83E5-710250548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3214AF-9A7B-D91B-8365-F22E1DC3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942F88-AF5F-D55A-5A62-58838528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927212-1880-A9D4-CC87-55148AC3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832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90A29-90C3-790A-230B-CE7E6374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4B03A1-FF19-CB98-1CA0-570BBDDC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9CCEA8-B4F0-F311-B58C-52AE1532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D97667-1F93-199B-18E8-6A7F80EE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612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024A639-1065-2A3B-7419-A565BF2A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C7611C-921B-FCE0-B066-B8D5A547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25CD88-848F-F207-BBB6-6E8746FC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74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B2D57-A8C9-35CF-E9F3-55E583F7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A3728-B117-B28F-A023-2120F5CC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B28B6D-18B9-20D7-6948-D09F93D7A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50067B-B529-6610-8AE1-43B5AF1F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740A57-F710-104B-99CF-59EE7204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29FAB4-A16F-4F1B-11B6-D2EBC809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02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99C3B-87C1-9F80-EEF1-4FBB859E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27BB7E-4FAE-C2D9-7995-31A8FFCA6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B16B2D-E5C3-DAD0-76E7-18C7768E8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4C8D4-F348-1AD0-5730-9D5F2372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0AB72C-5232-88BB-4001-2DFEC96C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E1FBEB-D729-80EC-9659-838B09B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796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968B9-DD1F-F385-D4C7-AC6F2320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A4A4ED-2307-A64F-BB6F-64674E365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8763F-53E1-D45F-0375-1116C51D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45EFF9-9A91-C660-3E1A-E06FD61D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32501-FBA4-A8B2-5917-EF5E12659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690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368AE1-4563-F490-8967-335B5F298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EFBC7F-1277-6B06-CFB2-863740D5B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FA0FAD-F6EE-D0AF-628A-CFDB9D69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5BE468-B1BE-7048-9912-033D7962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06BE16-E77C-ACBC-A514-EB6CD0FC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635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A55168-176D-2CA2-3D91-56C32D7E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35679F-2099-12FA-E7CD-9E1BFD503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96B7EC-2A95-DF65-4201-EE48DD1D0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5A3CB-B419-43DD-B399-18B83DEF5CD1}" type="datetimeFigureOut">
              <a:rPr lang="es-CO" smtClean="0"/>
              <a:t>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3E2CC-E1AE-D3E9-F1A7-358743A35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697D94-BBCA-39E2-BADE-95904F3AE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A8443-8A32-43A8-AED4-F3F10F6BC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942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proceso alternativo 3">
            <a:extLst>
              <a:ext uri="{FF2B5EF4-FFF2-40B4-BE49-F238E27FC236}">
                <a16:creationId xmlns:a16="http://schemas.microsoft.com/office/drawing/2014/main" id="{7E34DC6C-5FDA-C4A2-5288-C4AF1BE817DB}"/>
              </a:ext>
            </a:extLst>
          </p:cNvPr>
          <p:cNvSpPr/>
          <p:nvPr/>
        </p:nvSpPr>
        <p:spPr>
          <a:xfrm>
            <a:off x="360109" y="792785"/>
            <a:ext cx="983226" cy="570271"/>
          </a:xfrm>
          <a:prstGeom prst="flowChartAlternate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INICIO</a:t>
            </a:r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4E9760B3-F2CC-90A1-2C19-745767B375CB}"/>
              </a:ext>
            </a:extLst>
          </p:cNvPr>
          <p:cNvSpPr/>
          <p:nvPr/>
        </p:nvSpPr>
        <p:spPr>
          <a:xfrm>
            <a:off x="2305343" y="780364"/>
            <a:ext cx="1804218" cy="570271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LOGIN/REGISTO</a:t>
            </a:r>
          </a:p>
        </p:txBody>
      </p:sp>
      <p:sp>
        <p:nvSpPr>
          <p:cNvPr id="6" name="Diagrama de flujo: decisión 5">
            <a:extLst>
              <a:ext uri="{FF2B5EF4-FFF2-40B4-BE49-F238E27FC236}">
                <a16:creationId xmlns:a16="http://schemas.microsoft.com/office/drawing/2014/main" id="{724AAD83-52D2-0704-5D05-ECA8C7DF1D2E}"/>
              </a:ext>
            </a:extLst>
          </p:cNvPr>
          <p:cNvSpPr/>
          <p:nvPr/>
        </p:nvSpPr>
        <p:spPr>
          <a:xfrm>
            <a:off x="5212875" y="365082"/>
            <a:ext cx="1327357" cy="1425675"/>
          </a:xfrm>
          <a:prstGeom prst="flowChartDecisi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00" dirty="0"/>
              <a:t>USUARIO</a:t>
            </a:r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D2F591E7-7E73-C332-2CA3-F99DED0D682A}"/>
              </a:ext>
            </a:extLst>
          </p:cNvPr>
          <p:cNvSpPr/>
          <p:nvPr/>
        </p:nvSpPr>
        <p:spPr>
          <a:xfrm>
            <a:off x="7901836" y="2190787"/>
            <a:ext cx="1696063" cy="12929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REGISTRA RECOLECCION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1A61054-88C6-096F-F336-1FB92331B766}"/>
              </a:ext>
            </a:extLst>
          </p:cNvPr>
          <p:cNvCxnSpPr>
            <a:cxnSpLocks/>
          </p:cNvCxnSpPr>
          <p:nvPr/>
        </p:nvCxnSpPr>
        <p:spPr>
          <a:xfrm>
            <a:off x="4275358" y="1065499"/>
            <a:ext cx="722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CBD0D4C-A792-3A05-65AA-D141D59DC328}"/>
              </a:ext>
            </a:extLst>
          </p:cNvPr>
          <p:cNvCxnSpPr>
            <a:cxnSpLocks/>
          </p:cNvCxnSpPr>
          <p:nvPr/>
        </p:nvCxnSpPr>
        <p:spPr>
          <a:xfrm>
            <a:off x="1467338" y="1077920"/>
            <a:ext cx="722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74627A1-3D58-0E17-4D22-14B37F208882}"/>
              </a:ext>
            </a:extLst>
          </p:cNvPr>
          <p:cNvCxnSpPr>
            <a:cxnSpLocks/>
          </p:cNvCxnSpPr>
          <p:nvPr/>
        </p:nvCxnSpPr>
        <p:spPr>
          <a:xfrm>
            <a:off x="6738791" y="1115941"/>
            <a:ext cx="722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Diagrama de flujo: almacenamiento interno 15">
            <a:extLst>
              <a:ext uri="{FF2B5EF4-FFF2-40B4-BE49-F238E27FC236}">
                <a16:creationId xmlns:a16="http://schemas.microsoft.com/office/drawing/2014/main" id="{33CC39E9-843F-3A73-08F3-8605F9109CE1}"/>
              </a:ext>
            </a:extLst>
          </p:cNvPr>
          <p:cNvSpPr/>
          <p:nvPr/>
        </p:nvSpPr>
        <p:spPr>
          <a:xfrm>
            <a:off x="10384801" y="2190787"/>
            <a:ext cx="1669021" cy="1582994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Material: Papel</a:t>
            </a:r>
          </a:p>
          <a:p>
            <a:pPr algn="ctr"/>
            <a:r>
              <a:rPr lang="es-CO" sz="1200" dirty="0"/>
              <a:t>Calle 1 #1 -1 </a:t>
            </a:r>
          </a:p>
          <a:p>
            <a:pPr algn="ctr"/>
            <a:r>
              <a:rPr lang="es-CO" sz="1200" dirty="0"/>
              <a:t>Zona Sur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CA2E392-3125-FE04-205A-D2E64D9F911F}"/>
              </a:ext>
            </a:extLst>
          </p:cNvPr>
          <p:cNvCxnSpPr>
            <a:cxnSpLocks/>
          </p:cNvCxnSpPr>
          <p:nvPr/>
        </p:nvCxnSpPr>
        <p:spPr>
          <a:xfrm>
            <a:off x="8695790" y="1564615"/>
            <a:ext cx="0" cy="452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Diagrama de flujo: proceso 20">
            <a:extLst>
              <a:ext uri="{FF2B5EF4-FFF2-40B4-BE49-F238E27FC236}">
                <a16:creationId xmlns:a16="http://schemas.microsoft.com/office/drawing/2014/main" id="{013D5B2E-8D93-3E26-68F0-6918B3BCF13E}"/>
              </a:ext>
            </a:extLst>
          </p:cNvPr>
          <p:cNvSpPr/>
          <p:nvPr/>
        </p:nvSpPr>
        <p:spPr>
          <a:xfrm>
            <a:off x="5284656" y="4209498"/>
            <a:ext cx="1696063" cy="12929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RECOVLECCION EN PROCESO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D3CACA5-41BC-F93B-D302-12D88A4B0E05}"/>
              </a:ext>
            </a:extLst>
          </p:cNvPr>
          <p:cNvCxnSpPr>
            <a:cxnSpLocks/>
          </p:cNvCxnSpPr>
          <p:nvPr/>
        </p:nvCxnSpPr>
        <p:spPr>
          <a:xfrm flipH="1">
            <a:off x="7338936" y="4774204"/>
            <a:ext cx="562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Diagrama de flujo: proceso 23">
            <a:extLst>
              <a:ext uri="{FF2B5EF4-FFF2-40B4-BE49-F238E27FC236}">
                <a16:creationId xmlns:a16="http://schemas.microsoft.com/office/drawing/2014/main" id="{7A2290A5-133D-F0A6-06B1-84A5EEF0E7C3}"/>
              </a:ext>
            </a:extLst>
          </p:cNvPr>
          <p:cNvSpPr/>
          <p:nvPr/>
        </p:nvSpPr>
        <p:spPr>
          <a:xfrm>
            <a:off x="2375349" y="4310407"/>
            <a:ext cx="1696063" cy="12929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RECOLECCION</a:t>
            </a:r>
          </a:p>
          <a:p>
            <a:pPr algn="ctr"/>
            <a:r>
              <a:rPr lang="es-CO" sz="1200" dirty="0"/>
              <a:t>FINALIZA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BC28D43-0634-69A2-6BD4-A9D01746DD83}"/>
              </a:ext>
            </a:extLst>
          </p:cNvPr>
          <p:cNvCxnSpPr>
            <a:cxnSpLocks/>
          </p:cNvCxnSpPr>
          <p:nvPr/>
        </p:nvCxnSpPr>
        <p:spPr>
          <a:xfrm flipH="1">
            <a:off x="4396584" y="4855970"/>
            <a:ext cx="562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Diagrama de flujo: proceso 26">
            <a:extLst>
              <a:ext uri="{FF2B5EF4-FFF2-40B4-BE49-F238E27FC236}">
                <a16:creationId xmlns:a16="http://schemas.microsoft.com/office/drawing/2014/main" id="{490A5F7A-5B1B-25B0-27DA-E4F09A90F9BA}"/>
              </a:ext>
            </a:extLst>
          </p:cNvPr>
          <p:cNvSpPr/>
          <p:nvPr/>
        </p:nvSpPr>
        <p:spPr>
          <a:xfrm>
            <a:off x="7793681" y="830805"/>
            <a:ext cx="1804218" cy="570271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MENU PRINCIPAL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253693C-74F3-EE36-CAA4-6E774A7B512A}"/>
              </a:ext>
            </a:extLst>
          </p:cNvPr>
          <p:cNvCxnSpPr>
            <a:cxnSpLocks/>
          </p:cNvCxnSpPr>
          <p:nvPr/>
        </p:nvCxnSpPr>
        <p:spPr>
          <a:xfrm>
            <a:off x="5881695" y="1790757"/>
            <a:ext cx="0" cy="452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Diagrama de flujo: proceso 29">
            <a:extLst>
              <a:ext uri="{FF2B5EF4-FFF2-40B4-BE49-F238E27FC236}">
                <a16:creationId xmlns:a16="http://schemas.microsoft.com/office/drawing/2014/main" id="{D36E46F5-17C3-5D3A-B800-30321A5922E7}"/>
              </a:ext>
            </a:extLst>
          </p:cNvPr>
          <p:cNvSpPr/>
          <p:nvPr/>
        </p:nvSpPr>
        <p:spPr>
          <a:xfrm>
            <a:off x="4998027" y="2390593"/>
            <a:ext cx="1804218" cy="72267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USUARIO INVALIDO NO INGRESA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A01412F-D1EC-B8C8-AEE2-0CBE799B3B9B}"/>
              </a:ext>
            </a:extLst>
          </p:cNvPr>
          <p:cNvCxnSpPr>
            <a:cxnSpLocks/>
          </p:cNvCxnSpPr>
          <p:nvPr/>
        </p:nvCxnSpPr>
        <p:spPr>
          <a:xfrm>
            <a:off x="8688738" y="3483730"/>
            <a:ext cx="0" cy="452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Diagrama de flujo: proceso alternativo 33">
            <a:extLst>
              <a:ext uri="{FF2B5EF4-FFF2-40B4-BE49-F238E27FC236}">
                <a16:creationId xmlns:a16="http://schemas.microsoft.com/office/drawing/2014/main" id="{891AF274-C66B-29C3-9157-D18E45EEFFBF}"/>
              </a:ext>
            </a:extLst>
          </p:cNvPr>
          <p:cNvSpPr/>
          <p:nvPr/>
        </p:nvSpPr>
        <p:spPr>
          <a:xfrm>
            <a:off x="499919" y="4671742"/>
            <a:ext cx="983226" cy="57027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FIN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EAB7FFBF-E0A6-AC98-B60F-E4CB9A62DE3D}"/>
              </a:ext>
            </a:extLst>
          </p:cNvPr>
          <p:cNvCxnSpPr>
            <a:cxnSpLocks/>
          </p:cNvCxnSpPr>
          <p:nvPr/>
        </p:nvCxnSpPr>
        <p:spPr>
          <a:xfrm flipH="1">
            <a:off x="1742443" y="4956877"/>
            <a:ext cx="562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3A815F3-4753-2034-C6C7-026DF7AAE50A}"/>
              </a:ext>
            </a:extLst>
          </p:cNvPr>
          <p:cNvCxnSpPr>
            <a:cxnSpLocks/>
          </p:cNvCxnSpPr>
          <p:nvPr/>
        </p:nvCxnSpPr>
        <p:spPr>
          <a:xfrm>
            <a:off x="9746686" y="2801069"/>
            <a:ext cx="3758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Diagrama de flujo: decisión 42">
            <a:extLst>
              <a:ext uri="{FF2B5EF4-FFF2-40B4-BE49-F238E27FC236}">
                <a16:creationId xmlns:a16="http://schemas.microsoft.com/office/drawing/2014/main" id="{9D5EA843-CF91-E7E2-434D-1420E10259DA}"/>
              </a:ext>
            </a:extLst>
          </p:cNvPr>
          <p:cNvSpPr/>
          <p:nvPr/>
        </p:nvSpPr>
        <p:spPr>
          <a:xfrm>
            <a:off x="8527459" y="3993250"/>
            <a:ext cx="1668406" cy="1661716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CONSULTA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10C0BFA4-3F11-4E2C-A54D-989F40E994BB}"/>
              </a:ext>
            </a:extLst>
          </p:cNvPr>
          <p:cNvCxnSpPr>
            <a:cxnSpLocks/>
          </p:cNvCxnSpPr>
          <p:nvPr/>
        </p:nvCxnSpPr>
        <p:spPr>
          <a:xfrm flipH="1">
            <a:off x="10780295" y="4129739"/>
            <a:ext cx="439016" cy="361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F5CA638-091C-F899-80A1-C1DF1DF61C05}"/>
              </a:ext>
            </a:extLst>
          </p:cNvPr>
          <p:cNvSpPr/>
          <p:nvPr/>
        </p:nvSpPr>
        <p:spPr>
          <a:xfrm>
            <a:off x="866318" y="1997668"/>
            <a:ext cx="364663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DIAGRAMA </a:t>
            </a:r>
          </a:p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FLUJO </a:t>
            </a:r>
          </a:p>
        </p:txBody>
      </p:sp>
    </p:spTree>
    <p:extLst>
      <p:ext uri="{BB962C8B-B14F-4D97-AF65-F5344CB8AC3E}">
        <p14:creationId xmlns:p14="http://schemas.microsoft.com/office/powerpoint/2010/main" val="2011388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34</Words>
  <Application>Microsoft Office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ANDRES RODRIGUEZ NUÑEZ</dc:creator>
  <cp:lastModifiedBy>JORGE ANDRES RODRIGUEZ NUÑEZ</cp:lastModifiedBy>
  <cp:revision>2</cp:revision>
  <dcterms:created xsi:type="dcterms:W3CDTF">2025-10-02T23:49:05Z</dcterms:created>
  <dcterms:modified xsi:type="dcterms:W3CDTF">2025-10-03T02:00:23Z</dcterms:modified>
</cp:coreProperties>
</file>