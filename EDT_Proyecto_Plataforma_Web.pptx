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079FD47-F530-EEB3-CD5F-EF37B106D677}"/>
              </a:ext>
            </a:extLst>
          </p:cNvPr>
          <p:cNvSpPr/>
          <p:nvPr/>
        </p:nvSpPr>
        <p:spPr>
          <a:xfrm>
            <a:off x="3555309" y="383829"/>
            <a:ext cx="2412021" cy="102510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  <a:p>
            <a:pPr algn="ctr"/>
            <a:r>
              <a:rPr lang="es-CO" dirty="0"/>
              <a:t> PLATAFORMA DE RECOLECCION RECICLAJE</a:t>
            </a:r>
          </a:p>
          <a:p>
            <a:pPr algn="ctr"/>
            <a:endParaRPr lang="es-CO" dirty="0"/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CFDF5F4D-4BDF-7705-DF2B-796E1E66CF6C}"/>
              </a:ext>
            </a:extLst>
          </p:cNvPr>
          <p:cNvCxnSpPr>
            <a:cxnSpLocks/>
          </p:cNvCxnSpPr>
          <p:nvPr/>
        </p:nvCxnSpPr>
        <p:spPr>
          <a:xfrm>
            <a:off x="6487091" y="896382"/>
            <a:ext cx="1127592" cy="11589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CD58AF86-5674-77B3-B3BC-34DDC5FE85F7}"/>
              </a:ext>
            </a:extLst>
          </p:cNvPr>
          <p:cNvSpPr/>
          <p:nvPr/>
        </p:nvSpPr>
        <p:spPr>
          <a:xfrm>
            <a:off x="6606047" y="2184927"/>
            <a:ext cx="1828800" cy="7315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  <a:p>
            <a:pPr algn="ctr"/>
            <a:r>
              <a:rPr lang="es-CO" dirty="0"/>
              <a:t>INICIO DEL PROYECTO</a:t>
            </a:r>
          </a:p>
          <a:p>
            <a:pPr algn="ctr"/>
            <a:endParaRPr lang="es-CO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1788ABDC-528C-4A6C-96B0-B9F98EA68D8F}"/>
              </a:ext>
            </a:extLst>
          </p:cNvPr>
          <p:cNvSpPr/>
          <p:nvPr/>
        </p:nvSpPr>
        <p:spPr>
          <a:xfrm>
            <a:off x="3927944" y="2184927"/>
            <a:ext cx="1828800" cy="7315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  <a:p>
            <a:pPr algn="ctr"/>
            <a:r>
              <a:rPr lang="es-CO" dirty="0"/>
              <a:t>PLANIFICACION </a:t>
            </a:r>
          </a:p>
          <a:p>
            <a:pPr algn="ctr"/>
            <a:endParaRPr lang="es-CO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A597538-28FC-D80E-2770-9E1CAC6F750E}"/>
              </a:ext>
            </a:extLst>
          </p:cNvPr>
          <p:cNvSpPr/>
          <p:nvPr/>
        </p:nvSpPr>
        <p:spPr>
          <a:xfrm>
            <a:off x="862068" y="2184927"/>
            <a:ext cx="1828800" cy="7315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  <a:p>
            <a:pPr algn="ctr"/>
            <a:r>
              <a:rPr lang="es-CO" dirty="0"/>
              <a:t>DISEÑO DEL SISTEMA </a:t>
            </a:r>
          </a:p>
          <a:p>
            <a:pPr algn="ctr"/>
            <a:endParaRPr lang="es-CO" dirty="0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9CA0C86-AB69-33F4-52C5-8C7A5CEF9C02}"/>
              </a:ext>
            </a:extLst>
          </p:cNvPr>
          <p:cNvSpPr/>
          <p:nvPr/>
        </p:nvSpPr>
        <p:spPr>
          <a:xfrm>
            <a:off x="775430" y="3673608"/>
            <a:ext cx="1828800" cy="7315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  <a:p>
            <a:pPr algn="ctr"/>
            <a:r>
              <a:rPr lang="es-CO" dirty="0"/>
              <a:t>DESARROLLO WEB</a:t>
            </a:r>
          </a:p>
          <a:p>
            <a:pPr algn="ctr"/>
            <a:endParaRPr lang="es-CO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56A0CA30-E3E5-87DB-BBD6-48BDA2CE9CC7}"/>
              </a:ext>
            </a:extLst>
          </p:cNvPr>
          <p:cNvSpPr/>
          <p:nvPr/>
        </p:nvSpPr>
        <p:spPr>
          <a:xfrm>
            <a:off x="3927944" y="3666787"/>
            <a:ext cx="1828800" cy="7315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  <a:p>
            <a:pPr algn="ctr"/>
            <a:r>
              <a:rPr lang="es-CO" dirty="0"/>
              <a:t>PRUEBAS</a:t>
            </a:r>
          </a:p>
          <a:p>
            <a:pPr algn="ctr"/>
            <a:endParaRPr lang="es-CO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BC146F7-D6C4-C47F-569A-E8381ABD18A6}"/>
              </a:ext>
            </a:extLst>
          </p:cNvPr>
          <p:cNvSpPr/>
          <p:nvPr/>
        </p:nvSpPr>
        <p:spPr>
          <a:xfrm>
            <a:off x="6727555" y="5628120"/>
            <a:ext cx="1828800" cy="7315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  <a:p>
            <a:pPr algn="ctr"/>
            <a:r>
              <a:rPr lang="es-CO" dirty="0"/>
              <a:t>CAPACITACION Y ENTREGA</a:t>
            </a:r>
          </a:p>
          <a:p>
            <a:pPr algn="ctr"/>
            <a:endParaRPr lang="es-CO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711C07B2-C65C-BE4C-E67C-D3BAC309FD1F}"/>
              </a:ext>
            </a:extLst>
          </p:cNvPr>
          <p:cNvSpPr/>
          <p:nvPr/>
        </p:nvSpPr>
        <p:spPr>
          <a:xfrm>
            <a:off x="6718884" y="3666787"/>
            <a:ext cx="1828800" cy="7315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  <a:p>
            <a:pPr algn="ctr"/>
            <a:r>
              <a:rPr lang="es-CO" dirty="0"/>
              <a:t>CORRECCION DE ERRORES </a:t>
            </a:r>
          </a:p>
          <a:p>
            <a:pPr algn="ctr"/>
            <a:endParaRPr lang="es-CO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C65015B-4215-C038-322C-D8B54250B7F5}"/>
              </a:ext>
            </a:extLst>
          </p:cNvPr>
          <p:cNvSpPr/>
          <p:nvPr/>
        </p:nvSpPr>
        <p:spPr>
          <a:xfrm>
            <a:off x="3962307" y="5686601"/>
            <a:ext cx="1828800" cy="7315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  <a:p>
            <a:pPr algn="ctr"/>
            <a:r>
              <a:rPr lang="es-CO" dirty="0"/>
              <a:t>SALIDAD A PRODUCCION </a:t>
            </a:r>
          </a:p>
          <a:p>
            <a:pPr algn="ctr"/>
            <a:endParaRPr lang="es-CO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4430B5D8-1FCD-9D3D-A595-CB5C38FC8D08}"/>
              </a:ext>
            </a:extLst>
          </p:cNvPr>
          <p:cNvSpPr/>
          <p:nvPr/>
        </p:nvSpPr>
        <p:spPr>
          <a:xfrm>
            <a:off x="862067" y="5628120"/>
            <a:ext cx="1828800" cy="7315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  <a:p>
            <a:pPr algn="ctr"/>
            <a:r>
              <a:rPr lang="es-CO" sz="1600" dirty="0"/>
              <a:t>MANTENIMIENTO </a:t>
            </a:r>
          </a:p>
          <a:p>
            <a:pPr algn="ctr"/>
            <a:endParaRPr lang="es-CO" dirty="0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A32F7BC2-6955-3F26-F680-CA1A6253F729}"/>
              </a:ext>
            </a:extLst>
          </p:cNvPr>
          <p:cNvCxnSpPr/>
          <p:nvPr/>
        </p:nvCxnSpPr>
        <p:spPr>
          <a:xfrm flipH="1">
            <a:off x="5903089" y="2561888"/>
            <a:ext cx="584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2F31B2E3-5D1B-D030-446E-CB11F6D1A41F}"/>
              </a:ext>
            </a:extLst>
          </p:cNvPr>
          <p:cNvCxnSpPr/>
          <p:nvPr/>
        </p:nvCxnSpPr>
        <p:spPr>
          <a:xfrm flipH="1">
            <a:off x="2966129" y="2607813"/>
            <a:ext cx="584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FC75FCB6-F3BE-30B2-0A91-C8A2E7DA18BA}"/>
              </a:ext>
            </a:extLst>
          </p:cNvPr>
          <p:cNvCxnSpPr/>
          <p:nvPr/>
        </p:nvCxnSpPr>
        <p:spPr>
          <a:xfrm>
            <a:off x="1776468" y="3067291"/>
            <a:ext cx="0" cy="361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FE6B0785-8E04-6302-4D5F-1BCF4966EFF8}"/>
              </a:ext>
            </a:extLst>
          </p:cNvPr>
          <p:cNvCxnSpPr>
            <a:cxnSpLocks/>
          </p:cNvCxnSpPr>
          <p:nvPr/>
        </p:nvCxnSpPr>
        <p:spPr>
          <a:xfrm>
            <a:off x="2966129" y="4032547"/>
            <a:ext cx="669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B65BAEFE-5345-459B-97EB-A74AA4315309}"/>
              </a:ext>
            </a:extLst>
          </p:cNvPr>
          <p:cNvCxnSpPr>
            <a:cxnSpLocks/>
          </p:cNvCxnSpPr>
          <p:nvPr/>
        </p:nvCxnSpPr>
        <p:spPr>
          <a:xfrm>
            <a:off x="5903089" y="4039368"/>
            <a:ext cx="669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D893BD2C-B06E-84FE-EEAD-7C69B3EE25DE}"/>
              </a:ext>
            </a:extLst>
          </p:cNvPr>
          <p:cNvCxnSpPr>
            <a:cxnSpLocks/>
          </p:cNvCxnSpPr>
          <p:nvPr/>
        </p:nvCxnSpPr>
        <p:spPr>
          <a:xfrm>
            <a:off x="7633284" y="4603387"/>
            <a:ext cx="0" cy="572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3923A8F1-BAF4-27F4-8B5F-2AE5C9867B24}"/>
              </a:ext>
            </a:extLst>
          </p:cNvPr>
          <p:cNvCxnSpPr/>
          <p:nvPr/>
        </p:nvCxnSpPr>
        <p:spPr>
          <a:xfrm flipH="1">
            <a:off x="5967330" y="5993880"/>
            <a:ext cx="584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CFC45DFE-B952-22C3-4F8C-E3AE882425DC}"/>
              </a:ext>
            </a:extLst>
          </p:cNvPr>
          <p:cNvCxnSpPr/>
          <p:nvPr/>
        </p:nvCxnSpPr>
        <p:spPr>
          <a:xfrm flipH="1">
            <a:off x="2971307" y="5993880"/>
            <a:ext cx="584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746A3B1-ED7A-DEB9-A588-B02A3837C201}"/>
              </a:ext>
            </a:extLst>
          </p:cNvPr>
          <p:cNvSpPr/>
          <p:nvPr/>
        </p:nvSpPr>
        <p:spPr>
          <a:xfrm>
            <a:off x="273320" y="185993"/>
            <a:ext cx="269798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Pagina Web</a:t>
            </a:r>
          </a:p>
        </p:txBody>
      </p:sp>
      <p:sp>
        <p:nvSpPr>
          <p:cNvPr id="42" name="Heptágono 41">
            <a:extLst>
              <a:ext uri="{FF2B5EF4-FFF2-40B4-BE49-F238E27FC236}">
                <a16:creationId xmlns:a16="http://schemas.microsoft.com/office/drawing/2014/main" id="{9FD38D7C-BCA4-3F1F-3387-FFD44A381B7F}"/>
              </a:ext>
            </a:extLst>
          </p:cNvPr>
          <p:cNvSpPr/>
          <p:nvPr/>
        </p:nvSpPr>
        <p:spPr>
          <a:xfrm>
            <a:off x="6409818" y="1887659"/>
            <a:ext cx="477119" cy="420941"/>
          </a:xfrm>
          <a:prstGeom prst="heptago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3" name="Heptágono 42">
            <a:extLst>
              <a:ext uri="{FF2B5EF4-FFF2-40B4-BE49-F238E27FC236}">
                <a16:creationId xmlns:a16="http://schemas.microsoft.com/office/drawing/2014/main" id="{B6598FE4-3D43-43DA-C55B-CB57B1AD4C94}"/>
              </a:ext>
            </a:extLst>
          </p:cNvPr>
          <p:cNvSpPr/>
          <p:nvPr/>
        </p:nvSpPr>
        <p:spPr>
          <a:xfrm>
            <a:off x="3729519" y="1940319"/>
            <a:ext cx="477119" cy="420941"/>
          </a:xfrm>
          <a:prstGeom prst="heptago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44" name="Heptágono 43">
            <a:extLst>
              <a:ext uri="{FF2B5EF4-FFF2-40B4-BE49-F238E27FC236}">
                <a16:creationId xmlns:a16="http://schemas.microsoft.com/office/drawing/2014/main" id="{D9BC2CE8-46CE-E3CA-854F-42FD8ED8AD3A}"/>
              </a:ext>
            </a:extLst>
          </p:cNvPr>
          <p:cNvSpPr/>
          <p:nvPr/>
        </p:nvSpPr>
        <p:spPr>
          <a:xfrm>
            <a:off x="623508" y="1940319"/>
            <a:ext cx="477119" cy="420941"/>
          </a:xfrm>
          <a:prstGeom prst="heptago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45" name="Heptágono 44">
            <a:extLst>
              <a:ext uri="{FF2B5EF4-FFF2-40B4-BE49-F238E27FC236}">
                <a16:creationId xmlns:a16="http://schemas.microsoft.com/office/drawing/2014/main" id="{B3063674-34D3-3B6E-F36F-F9E802FA0838}"/>
              </a:ext>
            </a:extLst>
          </p:cNvPr>
          <p:cNvSpPr/>
          <p:nvPr/>
        </p:nvSpPr>
        <p:spPr>
          <a:xfrm>
            <a:off x="623508" y="3456316"/>
            <a:ext cx="477119" cy="420941"/>
          </a:xfrm>
          <a:prstGeom prst="heptago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46" name="Heptágono 45">
            <a:extLst>
              <a:ext uri="{FF2B5EF4-FFF2-40B4-BE49-F238E27FC236}">
                <a16:creationId xmlns:a16="http://schemas.microsoft.com/office/drawing/2014/main" id="{D925B692-F36A-89D1-4676-F68E33699830}"/>
              </a:ext>
            </a:extLst>
          </p:cNvPr>
          <p:cNvSpPr/>
          <p:nvPr/>
        </p:nvSpPr>
        <p:spPr>
          <a:xfrm>
            <a:off x="3712265" y="3422283"/>
            <a:ext cx="477119" cy="420941"/>
          </a:xfrm>
          <a:prstGeom prst="heptago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47" name="Heptágono 46">
            <a:extLst>
              <a:ext uri="{FF2B5EF4-FFF2-40B4-BE49-F238E27FC236}">
                <a16:creationId xmlns:a16="http://schemas.microsoft.com/office/drawing/2014/main" id="{27687584-3117-7E82-7E1C-600C18674FFB}"/>
              </a:ext>
            </a:extLst>
          </p:cNvPr>
          <p:cNvSpPr/>
          <p:nvPr/>
        </p:nvSpPr>
        <p:spPr>
          <a:xfrm>
            <a:off x="6561996" y="5167973"/>
            <a:ext cx="477119" cy="420941"/>
          </a:xfrm>
          <a:prstGeom prst="heptago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</a:t>
            </a:r>
          </a:p>
        </p:txBody>
      </p:sp>
      <p:sp>
        <p:nvSpPr>
          <p:cNvPr id="48" name="Heptágono 47">
            <a:extLst>
              <a:ext uri="{FF2B5EF4-FFF2-40B4-BE49-F238E27FC236}">
                <a16:creationId xmlns:a16="http://schemas.microsoft.com/office/drawing/2014/main" id="{7000C6B9-9FD0-FA6D-5679-DE08CCC8334F}"/>
              </a:ext>
            </a:extLst>
          </p:cNvPr>
          <p:cNvSpPr/>
          <p:nvPr/>
        </p:nvSpPr>
        <p:spPr>
          <a:xfrm>
            <a:off x="3784973" y="5417649"/>
            <a:ext cx="477119" cy="420941"/>
          </a:xfrm>
          <a:prstGeom prst="heptago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</a:t>
            </a:r>
          </a:p>
        </p:txBody>
      </p:sp>
      <p:sp>
        <p:nvSpPr>
          <p:cNvPr id="49" name="Heptágono 48">
            <a:extLst>
              <a:ext uri="{FF2B5EF4-FFF2-40B4-BE49-F238E27FC236}">
                <a16:creationId xmlns:a16="http://schemas.microsoft.com/office/drawing/2014/main" id="{927065BE-43B7-FC6B-B60C-8F5C609F74F7}"/>
              </a:ext>
            </a:extLst>
          </p:cNvPr>
          <p:cNvSpPr/>
          <p:nvPr/>
        </p:nvSpPr>
        <p:spPr>
          <a:xfrm>
            <a:off x="623508" y="5331323"/>
            <a:ext cx="477119" cy="420941"/>
          </a:xfrm>
          <a:prstGeom prst="heptago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</a:t>
            </a:r>
          </a:p>
        </p:txBody>
      </p:sp>
      <p:sp>
        <p:nvSpPr>
          <p:cNvPr id="50" name="Heptágono 49">
            <a:extLst>
              <a:ext uri="{FF2B5EF4-FFF2-40B4-BE49-F238E27FC236}">
                <a16:creationId xmlns:a16="http://schemas.microsoft.com/office/drawing/2014/main" id="{E7AB3E24-D09B-6983-10D4-5CFCC38A9899}"/>
              </a:ext>
            </a:extLst>
          </p:cNvPr>
          <p:cNvSpPr/>
          <p:nvPr/>
        </p:nvSpPr>
        <p:spPr>
          <a:xfrm>
            <a:off x="6488996" y="3317345"/>
            <a:ext cx="477119" cy="420941"/>
          </a:xfrm>
          <a:prstGeom prst="heptago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6</a:t>
            </a:r>
          </a:p>
        </p:txBody>
      </p:sp>
      <p:sp>
        <p:nvSpPr>
          <p:cNvPr id="51" name="Diagrama de flujo: conector 50">
            <a:extLst>
              <a:ext uri="{FF2B5EF4-FFF2-40B4-BE49-F238E27FC236}">
                <a16:creationId xmlns:a16="http://schemas.microsoft.com/office/drawing/2014/main" id="{BBDCCB31-5953-B84F-7B1D-9606D7F30A37}"/>
              </a:ext>
            </a:extLst>
          </p:cNvPr>
          <p:cNvSpPr/>
          <p:nvPr/>
        </p:nvSpPr>
        <p:spPr>
          <a:xfrm>
            <a:off x="5838321" y="2952990"/>
            <a:ext cx="633432" cy="59030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NO</a:t>
            </a:r>
          </a:p>
        </p:txBody>
      </p:sp>
      <p:sp>
        <p:nvSpPr>
          <p:cNvPr id="53" name="Diagrama de flujo: conector 52">
            <a:extLst>
              <a:ext uri="{FF2B5EF4-FFF2-40B4-BE49-F238E27FC236}">
                <a16:creationId xmlns:a16="http://schemas.microsoft.com/office/drawing/2014/main" id="{1118449B-DD8B-0E5E-1CB8-C3F5D0F2AC11}"/>
              </a:ext>
            </a:extLst>
          </p:cNvPr>
          <p:cNvSpPr/>
          <p:nvPr/>
        </p:nvSpPr>
        <p:spPr>
          <a:xfrm>
            <a:off x="5203949" y="4741014"/>
            <a:ext cx="633432" cy="59030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SI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DC33C674-1240-F610-ECBF-CF33566EA825}"/>
              </a:ext>
            </a:extLst>
          </p:cNvPr>
          <p:cNvCxnSpPr/>
          <p:nvPr/>
        </p:nvCxnSpPr>
        <p:spPr>
          <a:xfrm>
            <a:off x="4572000" y="4603387"/>
            <a:ext cx="428263" cy="286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E799043C-92A0-7D30-31F4-449719B598AD}"/>
              </a:ext>
            </a:extLst>
          </p:cNvPr>
          <p:cNvCxnSpPr/>
          <p:nvPr/>
        </p:nvCxnSpPr>
        <p:spPr>
          <a:xfrm>
            <a:off x="5980958" y="5331323"/>
            <a:ext cx="428263" cy="286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38</Words>
  <Application>Microsoft Office PowerPoint</Application>
  <PresentationFormat>Presentación en pantalla (4:3)</PresentationFormat>
  <Paragraphs>32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ANDRES RODRIGUEZ</dc:creator>
  <cp:keywords/>
  <dc:description>generated using python-pptx</dc:description>
  <cp:lastModifiedBy>JORGE ANDRES RODRIGUEZ NUÑEZ</cp:lastModifiedBy>
  <cp:revision>3</cp:revision>
  <dcterms:created xsi:type="dcterms:W3CDTF">2013-01-27T09:14:16Z</dcterms:created>
  <dcterms:modified xsi:type="dcterms:W3CDTF">2025-10-01T12:08:42Z</dcterms:modified>
  <cp:category/>
</cp:coreProperties>
</file>